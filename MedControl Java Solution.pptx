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Lato" panose="020F0502020204030203" pitchFamily="34" charset="0"/>
      <p:regular r:id="rId10"/>
      <p:bold r:id="rId11"/>
      <p:italic r:id="rId12"/>
      <p:boldItalic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derico Rodea" userId="6b87624f3661bd14" providerId="LiveId" clId="{7BD45392-738D-4649-A8AD-75331878C247}"/>
    <pc:docChg chg="custSel modSld">
      <pc:chgData name="Federico Rodea" userId="6b87624f3661bd14" providerId="LiveId" clId="{7BD45392-738D-4649-A8AD-75331878C247}" dt="2026-04-25T20:21:10.024" v="88" actId="113"/>
      <pc:docMkLst>
        <pc:docMk/>
      </pc:docMkLst>
      <pc:sldChg chg="delSp modSp mod">
        <pc:chgData name="Federico Rodea" userId="6b87624f3661bd14" providerId="LiveId" clId="{7BD45392-738D-4649-A8AD-75331878C247}" dt="2026-04-25T20:19:34.071" v="3" actId="1076"/>
        <pc:sldMkLst>
          <pc:docMk/>
          <pc:sldMk cId="0" sldId="258"/>
        </pc:sldMkLst>
        <pc:spChg chg="mod">
          <ac:chgData name="Federico Rodea" userId="6b87624f3661bd14" providerId="LiveId" clId="{7BD45392-738D-4649-A8AD-75331878C247}" dt="2026-04-25T20:19:34.071" v="3" actId="1076"/>
          <ac:spMkLst>
            <pc:docMk/>
            <pc:sldMk cId="0" sldId="258"/>
            <ac:spMk id="116" creationId="{00000000-0000-0000-0000-000000000000}"/>
          </ac:spMkLst>
        </pc:spChg>
        <pc:spChg chg="mod">
          <ac:chgData name="Federico Rodea" userId="6b87624f3661bd14" providerId="LiveId" clId="{7BD45392-738D-4649-A8AD-75331878C247}" dt="2026-04-25T20:19:34.071" v="3" actId="1076"/>
          <ac:spMkLst>
            <pc:docMk/>
            <pc:sldMk cId="0" sldId="258"/>
            <ac:spMk id="117" creationId="{00000000-0000-0000-0000-000000000000}"/>
          </ac:spMkLst>
        </pc:spChg>
        <pc:spChg chg="mod">
          <ac:chgData name="Federico Rodea" userId="6b87624f3661bd14" providerId="LiveId" clId="{7BD45392-738D-4649-A8AD-75331878C247}" dt="2026-04-25T20:19:34.071" v="3" actId="1076"/>
          <ac:spMkLst>
            <pc:docMk/>
            <pc:sldMk cId="0" sldId="258"/>
            <ac:spMk id="118" creationId="{00000000-0000-0000-0000-000000000000}"/>
          </ac:spMkLst>
        </pc:spChg>
        <pc:spChg chg="mod">
          <ac:chgData name="Federico Rodea" userId="6b87624f3661bd14" providerId="LiveId" clId="{7BD45392-738D-4649-A8AD-75331878C247}" dt="2026-04-25T20:19:34.071" v="3" actId="1076"/>
          <ac:spMkLst>
            <pc:docMk/>
            <pc:sldMk cId="0" sldId="258"/>
            <ac:spMk id="119" creationId="{00000000-0000-0000-0000-000000000000}"/>
          </ac:spMkLst>
        </pc:spChg>
        <pc:spChg chg="mod">
          <ac:chgData name="Federico Rodea" userId="6b87624f3661bd14" providerId="LiveId" clId="{7BD45392-738D-4649-A8AD-75331878C247}" dt="2026-04-25T20:19:34.071" v="3" actId="1076"/>
          <ac:spMkLst>
            <pc:docMk/>
            <pc:sldMk cId="0" sldId="258"/>
            <ac:spMk id="120" creationId="{00000000-0000-0000-0000-000000000000}"/>
          </ac:spMkLst>
        </pc:spChg>
        <pc:picChg chg="mod">
          <ac:chgData name="Federico Rodea" userId="6b87624f3661bd14" providerId="LiveId" clId="{7BD45392-738D-4649-A8AD-75331878C247}" dt="2026-04-25T20:19:09.252" v="1" actId="1076"/>
          <ac:picMkLst>
            <pc:docMk/>
            <pc:sldMk cId="0" sldId="258"/>
            <ac:picMk id="111" creationId="{00000000-0000-0000-0000-000000000000}"/>
          </ac:picMkLst>
        </pc:picChg>
        <pc:picChg chg="del">
          <ac:chgData name="Federico Rodea" userId="6b87624f3661bd14" providerId="LiveId" clId="{7BD45392-738D-4649-A8AD-75331878C247}" dt="2026-04-25T20:19:01.004" v="0" actId="21"/>
          <ac:picMkLst>
            <pc:docMk/>
            <pc:sldMk cId="0" sldId="258"/>
            <ac:picMk id="115" creationId="{00000000-0000-0000-0000-000000000000}"/>
          </ac:picMkLst>
        </pc:picChg>
        <pc:picChg chg="mod">
          <ac:chgData name="Federico Rodea" userId="6b87624f3661bd14" providerId="LiveId" clId="{7BD45392-738D-4649-A8AD-75331878C247}" dt="2026-04-25T20:19:34.071" v="3" actId="1076"/>
          <ac:picMkLst>
            <pc:docMk/>
            <pc:sldMk cId="0" sldId="258"/>
            <ac:picMk id="121" creationId="{00000000-0000-0000-0000-000000000000}"/>
          </ac:picMkLst>
        </pc:picChg>
        <pc:picChg chg="mod">
          <ac:chgData name="Federico Rodea" userId="6b87624f3661bd14" providerId="LiveId" clId="{7BD45392-738D-4649-A8AD-75331878C247}" dt="2026-04-25T20:19:34.071" v="3" actId="1076"/>
          <ac:picMkLst>
            <pc:docMk/>
            <pc:sldMk cId="0" sldId="258"/>
            <ac:picMk id="122" creationId="{00000000-0000-0000-0000-000000000000}"/>
          </ac:picMkLst>
        </pc:picChg>
        <pc:picChg chg="mod">
          <ac:chgData name="Federico Rodea" userId="6b87624f3661bd14" providerId="LiveId" clId="{7BD45392-738D-4649-A8AD-75331878C247}" dt="2026-04-25T20:19:34.071" v="3" actId="1076"/>
          <ac:picMkLst>
            <pc:docMk/>
            <pc:sldMk cId="0" sldId="258"/>
            <ac:picMk id="123" creationId="{00000000-0000-0000-0000-000000000000}"/>
          </ac:picMkLst>
        </pc:picChg>
      </pc:sldChg>
      <pc:sldChg chg="delSp modSp mod">
        <pc:chgData name="Federico Rodea" userId="6b87624f3661bd14" providerId="LiveId" clId="{7BD45392-738D-4649-A8AD-75331878C247}" dt="2026-04-25T20:19:52.431" v="6" actId="21"/>
        <pc:sldMkLst>
          <pc:docMk/>
          <pc:sldMk cId="0" sldId="259"/>
        </pc:sldMkLst>
        <pc:picChg chg="del mod">
          <ac:chgData name="Federico Rodea" userId="6b87624f3661bd14" providerId="LiveId" clId="{7BD45392-738D-4649-A8AD-75331878C247}" dt="2026-04-25T20:19:52.431" v="6" actId="21"/>
          <ac:picMkLst>
            <pc:docMk/>
            <pc:sldMk cId="0" sldId="259"/>
            <ac:picMk id="137" creationId="{00000000-0000-0000-0000-000000000000}"/>
          </ac:picMkLst>
        </pc:picChg>
      </pc:sldChg>
      <pc:sldChg chg="modSp mod">
        <pc:chgData name="Federico Rodea" userId="6b87624f3661bd14" providerId="LiveId" clId="{7BD45392-738D-4649-A8AD-75331878C247}" dt="2026-04-25T20:21:10.024" v="88" actId="113"/>
        <pc:sldMkLst>
          <pc:docMk/>
          <pc:sldMk cId="0" sldId="261"/>
        </pc:sldMkLst>
        <pc:spChg chg="mod">
          <ac:chgData name="Federico Rodea" userId="6b87624f3661bd14" providerId="LiveId" clId="{7BD45392-738D-4649-A8AD-75331878C247}" dt="2026-04-25T20:21:10.024" v="88" actId="113"/>
          <ac:spMkLst>
            <pc:docMk/>
            <pc:sldMk cId="0" sldId="261"/>
            <ac:spMk id="16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780460" y="571500"/>
            <a:ext cx="8631078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5EEAD4"/>
                </a:solidFill>
                <a:latin typeface="Poppins"/>
                <a:ea typeface="Poppins"/>
                <a:cs typeface="Poppins"/>
                <a:sym typeface="Poppins"/>
              </a:rPr>
              <a:t>The MedControl Prototype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619750" y="1857375"/>
            <a:ext cx="952500" cy="381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852737" y="2314575"/>
            <a:ext cx="6486525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 centralized Java system built for speed, integrity, and scalability.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465933"/>
            <a:ext cx="3365450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465933"/>
            <a:ext cx="3365450" cy="28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465933"/>
            <a:ext cx="3365599" cy="28098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Validated Patient Registration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7750" y="278978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047750" y="3361283"/>
            <a:ext cx="293364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Unique ID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47750" y="3885158"/>
            <a:ext cx="2793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Each patient is assigned a distinct identifier to prevent data duplication.</a:t>
            </a:r>
            <a:endParaRPr/>
          </a:p>
        </p:txBody>
      </p:sp>
      <p:pic>
        <p:nvPicPr>
          <p:cNvPr id="101" name="Google Shape;10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8950" y="278978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98950" y="3361283"/>
            <a:ext cx="293364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Critical Data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698950" y="3885158"/>
            <a:ext cx="2793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Seamless recording of blood types, allergies, and emergency contacts.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50150" y="278978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350150" y="3361283"/>
            <a:ext cx="2933804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Fast Retrieval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350150" y="3885158"/>
            <a:ext cx="279409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Optimized search logic that outperforms traditional Excel lookups.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67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965870"/>
            <a:ext cx="50482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Smart Agenda Logic</a:t>
            </a:r>
            <a:endParaRPr dirty="0"/>
          </a:p>
        </p:txBody>
      </p:sp>
      <p:sp>
        <p:nvSpPr>
          <p:cNvPr id="114" name="Google Shape;114;p15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762000" y="1645890"/>
            <a:ext cx="530066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Anti-Duplicate Algorithm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762000" y="2112615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Our Java-based logic acts as a gatekeeper: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143000" y="2607915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Active Verification: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Every new entry is scanned against existing schedules.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143000" y="3516362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Conflict Blocking: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Prevents two appointments in the same time slot.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1143000" y="4384923"/>
            <a:ext cx="4667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Real-time Update: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Changes reflect instantly for both shifts.</a:t>
            </a:r>
            <a:endParaRPr dirty="0"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65554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5639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472434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03995"/>
            <a:ext cx="50482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History &amp; Payment Control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762000" y="2499270"/>
            <a:ext cx="530066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Digital Medical History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62000" y="2965995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Centralized access to clinical logs, facilitating better patient care and faster diagnostics.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762000" y="3766095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3975645"/>
            <a:ext cx="530066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Accounting Sync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62000" y="4442370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Automated payment logs delivered directly to the accountant, ensuring financial transparency.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Decision Workflow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762000" y="4089945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703328" y="3232695"/>
            <a:ext cx="246421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Input Request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1792485" y="370894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762000" y="4185195"/>
            <a:ext cx="234687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User enters requested date/time.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3477037" y="3232695"/>
            <a:ext cx="246421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Loop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4566195" y="370894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3535709" y="4185195"/>
            <a:ext cx="234687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Program scans existing records.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250747" y="3232695"/>
            <a:ext cx="246421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Conflict Check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7339905" y="370894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6309419" y="4185195"/>
            <a:ext cx="234687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Validation logic verifies slot status.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024457" y="3232695"/>
            <a:ext cx="246421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Final Commit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10113615" y="3708945"/>
            <a:ext cx="285750" cy="28575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 w="571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9083129" y="4185195"/>
            <a:ext cx="234687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Database updates if slot is free.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952500" y="571500"/>
            <a:ext cx="11001375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Why MedControl?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762000" y="571500"/>
            <a:ext cx="76200" cy="50289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1143000" y="2724298"/>
            <a:ext cx="10287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Zero Conflict: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Eliminates duplicate appointments entirely.</a:t>
            </a:r>
            <a:endParaRPr dirty="0"/>
          </a:p>
        </p:txBody>
      </p:sp>
      <p:sp>
        <p:nvSpPr>
          <p:cNvPr id="166" name="Google Shape;166;p18"/>
          <p:cNvSpPr txBox="1"/>
          <p:nvPr/>
        </p:nvSpPr>
        <p:spPr>
          <a:xfrm>
            <a:off x="1143000" y="3297584"/>
            <a:ext cx="10287000" cy="406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Time </a:t>
            </a:r>
            <a:r>
              <a:rPr lang="en-US" sz="165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Savings:</a:t>
            </a:r>
            <a:r>
              <a:rPr lang="en-US" sz="1650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50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faster and efficient way to administrate your </a:t>
            </a:r>
            <a:r>
              <a:rPr lang="en-US" sz="1650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buissnes</a:t>
            </a:r>
            <a:r>
              <a:rPr lang="en-US" sz="1650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67" name="Google Shape;167;p18"/>
          <p:cNvSpPr txBox="1"/>
          <p:nvPr/>
        </p:nvSpPr>
        <p:spPr>
          <a:xfrm>
            <a:off x="1143000" y="3870870"/>
            <a:ext cx="10287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Financial Clarity: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Immediate accounting reports for the business manager.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1143000" y="4444156"/>
            <a:ext cx="10287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Scale:</a:t>
            </a:r>
            <a:r>
              <a:rPr lang="en-US" sz="165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 robust foundation for future digital clinic growth.</a:t>
            </a:r>
            <a:endParaRPr/>
          </a:p>
        </p:txBody>
      </p:sp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771923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345209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2000" y="391849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491781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762000" y="171256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Strategic Software Proposal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495300" y="2207865"/>
            <a:ext cx="112014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14B8A6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762000" y="3865215"/>
            <a:ext cx="1066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Presented by Federico Rodea Salas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762000" y="4840485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Felix Cuevas Clinic - Digital Transformation Project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Microsoft Office PowerPoint</Application>
  <PresentationFormat>Panorámica</PresentationFormat>
  <Paragraphs>38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Poppins</vt:lpstr>
      <vt:lpstr>Calibri</vt:lpstr>
      <vt:lpstr>Lato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Federico Rodea</cp:lastModifiedBy>
  <cp:revision>1</cp:revision>
  <dcterms:modified xsi:type="dcterms:W3CDTF">2026-04-25T20:21:15Z</dcterms:modified>
</cp:coreProperties>
</file>